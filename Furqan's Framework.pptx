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59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2D4"/>
    <a:srgbClr val="CEC5F3"/>
    <a:srgbClr val="FBE1FA"/>
    <a:srgbClr val="F6E6CE"/>
    <a:srgbClr val="CFF4F9"/>
    <a:srgbClr val="D9D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150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4100" y="1122363"/>
            <a:ext cx="139446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4100" y="3602038"/>
            <a:ext cx="139446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6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571" y="1709739"/>
            <a:ext cx="160362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8571" y="4589464"/>
            <a:ext cx="160362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4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8255" y="1825625"/>
            <a:ext cx="79019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2605" y="1825625"/>
            <a:ext cx="79019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6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677" y="365126"/>
            <a:ext cx="1603629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678" y="1681163"/>
            <a:ext cx="78656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678" y="2505075"/>
            <a:ext cx="786562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12605" y="1681163"/>
            <a:ext cx="790436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12605" y="2505075"/>
            <a:ext cx="790436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8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56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678" y="457200"/>
            <a:ext cx="59966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4362" y="987426"/>
            <a:ext cx="94126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678" y="2057400"/>
            <a:ext cx="59966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7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678" y="457200"/>
            <a:ext cx="59966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04362" y="987426"/>
            <a:ext cx="94126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0678" y="2057400"/>
            <a:ext cx="59966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1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18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05472" y="365125"/>
            <a:ext cx="400907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8255" y="365125"/>
            <a:ext cx="1179480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7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8255" y="365126"/>
            <a:ext cx="160362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255" y="1825625"/>
            <a:ext cx="160362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255" y="6356351"/>
            <a:ext cx="4183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09F5E-5DC9-4413-BC96-308B568FEAD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8865" y="6356351"/>
            <a:ext cx="62750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31165" y="6356351"/>
            <a:ext cx="4183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FEB27-F542-4991-8C1B-9E4D09135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9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4748DE-4463-41BF-B226-41E47E93C896}"/>
              </a:ext>
            </a:extLst>
          </p:cNvPr>
          <p:cNvCxnSpPr/>
          <p:nvPr/>
        </p:nvCxnSpPr>
        <p:spPr>
          <a:xfrm>
            <a:off x="7875878" y="2558997"/>
            <a:ext cx="12944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67AA669-9E3C-4EDE-A287-631992FB868E}"/>
              </a:ext>
            </a:extLst>
          </p:cNvPr>
          <p:cNvSpPr/>
          <p:nvPr/>
        </p:nvSpPr>
        <p:spPr>
          <a:xfrm>
            <a:off x="9420561" y="2346962"/>
            <a:ext cx="1121135" cy="10820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Conv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5DD569-A05A-468A-8194-753075D63737}"/>
              </a:ext>
            </a:extLst>
          </p:cNvPr>
          <p:cNvCxnSpPr/>
          <p:nvPr/>
        </p:nvCxnSpPr>
        <p:spPr>
          <a:xfrm flipH="1" flipV="1">
            <a:off x="10188079" y="1873329"/>
            <a:ext cx="324363" cy="473632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41A591-BDD6-4C7A-BD25-4949D87D2CCE}"/>
              </a:ext>
            </a:extLst>
          </p:cNvPr>
          <p:cNvCxnSpPr>
            <a:cxnSpLocks/>
          </p:cNvCxnSpPr>
          <p:nvPr/>
        </p:nvCxnSpPr>
        <p:spPr>
          <a:xfrm flipV="1">
            <a:off x="9175942" y="1891254"/>
            <a:ext cx="1012137" cy="11872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DA8071-1EC7-4572-B0AD-C3B9CE34C7F3}"/>
              </a:ext>
            </a:extLst>
          </p:cNvPr>
          <p:cNvCxnSpPr>
            <a:cxnSpLocks/>
          </p:cNvCxnSpPr>
          <p:nvPr/>
        </p:nvCxnSpPr>
        <p:spPr>
          <a:xfrm flipH="1" flipV="1">
            <a:off x="9175942" y="1903127"/>
            <a:ext cx="252855" cy="468869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8A948D-FC72-40B4-990C-11A8D93F2F6A}"/>
              </a:ext>
            </a:extLst>
          </p:cNvPr>
          <p:cNvCxnSpPr>
            <a:cxnSpLocks/>
          </p:cNvCxnSpPr>
          <p:nvPr/>
        </p:nvCxnSpPr>
        <p:spPr>
          <a:xfrm flipH="1" flipV="1">
            <a:off x="9177905" y="2852737"/>
            <a:ext cx="248928" cy="571502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CD7E0A-4575-4BCF-AD35-694DDC471AA1}"/>
              </a:ext>
            </a:extLst>
          </p:cNvPr>
          <p:cNvCxnSpPr>
            <a:cxnSpLocks/>
          </p:cNvCxnSpPr>
          <p:nvPr/>
        </p:nvCxnSpPr>
        <p:spPr>
          <a:xfrm flipV="1">
            <a:off x="9175941" y="1903126"/>
            <a:ext cx="0" cy="984854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AAF209A-2F07-4349-BD1E-7DBA783EDFAA}"/>
              </a:ext>
            </a:extLst>
          </p:cNvPr>
          <p:cNvSpPr/>
          <p:nvPr/>
        </p:nvSpPr>
        <p:spPr>
          <a:xfrm>
            <a:off x="10740409" y="2346962"/>
            <a:ext cx="1121135" cy="10820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CSP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39F5597-CE3C-4EF3-BF92-A2AB81B35376}"/>
              </a:ext>
            </a:extLst>
          </p:cNvPr>
          <p:cNvCxnSpPr/>
          <p:nvPr/>
        </p:nvCxnSpPr>
        <p:spPr>
          <a:xfrm flipH="1" flipV="1">
            <a:off x="11507927" y="1873329"/>
            <a:ext cx="324363" cy="473632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9EC6398-9FA0-442C-9777-42586B7A715A}"/>
              </a:ext>
            </a:extLst>
          </p:cNvPr>
          <p:cNvCxnSpPr>
            <a:cxnSpLocks/>
          </p:cNvCxnSpPr>
          <p:nvPr/>
        </p:nvCxnSpPr>
        <p:spPr>
          <a:xfrm flipV="1">
            <a:off x="10495790" y="1891254"/>
            <a:ext cx="1012137" cy="11872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30FBFF-3442-4D84-8356-0B8A6EBCA267}"/>
              </a:ext>
            </a:extLst>
          </p:cNvPr>
          <p:cNvCxnSpPr>
            <a:cxnSpLocks/>
          </p:cNvCxnSpPr>
          <p:nvPr/>
        </p:nvCxnSpPr>
        <p:spPr>
          <a:xfrm flipH="1" flipV="1">
            <a:off x="10495790" y="1903127"/>
            <a:ext cx="252855" cy="468869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878D9E7-CC26-42CF-9DD8-68D3F23D3549}"/>
              </a:ext>
            </a:extLst>
          </p:cNvPr>
          <p:cNvCxnSpPr>
            <a:cxnSpLocks/>
          </p:cNvCxnSpPr>
          <p:nvPr/>
        </p:nvCxnSpPr>
        <p:spPr>
          <a:xfrm flipH="1" flipV="1">
            <a:off x="10497753" y="2852737"/>
            <a:ext cx="248928" cy="571502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87888E-11A0-4CB0-98B3-27B6600AF55C}"/>
              </a:ext>
            </a:extLst>
          </p:cNvPr>
          <p:cNvCxnSpPr>
            <a:cxnSpLocks/>
          </p:cNvCxnSpPr>
          <p:nvPr/>
        </p:nvCxnSpPr>
        <p:spPr>
          <a:xfrm flipV="1">
            <a:off x="10519539" y="1903126"/>
            <a:ext cx="0" cy="984854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78D4FC8-2E65-49E8-A1D4-D25E2B2EBA17}"/>
              </a:ext>
            </a:extLst>
          </p:cNvPr>
          <p:cNvSpPr/>
          <p:nvPr/>
        </p:nvSpPr>
        <p:spPr>
          <a:xfrm>
            <a:off x="12106163" y="2342201"/>
            <a:ext cx="1121135" cy="10820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CSP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0AC49E-F693-4E98-B21D-3037AD4CA1D2}"/>
              </a:ext>
            </a:extLst>
          </p:cNvPr>
          <p:cNvCxnSpPr/>
          <p:nvPr/>
        </p:nvCxnSpPr>
        <p:spPr>
          <a:xfrm flipH="1" flipV="1">
            <a:off x="12873681" y="1868568"/>
            <a:ext cx="324363" cy="473632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C430DDC-586E-4F92-A805-99A5BE10BBBE}"/>
              </a:ext>
            </a:extLst>
          </p:cNvPr>
          <p:cNvCxnSpPr>
            <a:cxnSpLocks/>
          </p:cNvCxnSpPr>
          <p:nvPr/>
        </p:nvCxnSpPr>
        <p:spPr>
          <a:xfrm flipV="1">
            <a:off x="11861544" y="1886493"/>
            <a:ext cx="1012137" cy="11872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85D9C5E-2AA4-42D2-BD6C-B773E77C5F0B}"/>
              </a:ext>
            </a:extLst>
          </p:cNvPr>
          <p:cNvCxnSpPr>
            <a:cxnSpLocks/>
          </p:cNvCxnSpPr>
          <p:nvPr/>
        </p:nvCxnSpPr>
        <p:spPr>
          <a:xfrm flipH="1" flipV="1">
            <a:off x="11861544" y="1898366"/>
            <a:ext cx="252855" cy="468869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55DF6ED-C937-43FB-A32A-79AB67D55CA1}"/>
              </a:ext>
            </a:extLst>
          </p:cNvPr>
          <p:cNvCxnSpPr>
            <a:cxnSpLocks/>
          </p:cNvCxnSpPr>
          <p:nvPr/>
        </p:nvCxnSpPr>
        <p:spPr>
          <a:xfrm flipH="1" flipV="1">
            <a:off x="11863507" y="2847976"/>
            <a:ext cx="248928" cy="571502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548B11-4BBF-4BC9-9345-028013233B26}"/>
              </a:ext>
            </a:extLst>
          </p:cNvPr>
          <p:cNvCxnSpPr>
            <a:cxnSpLocks/>
          </p:cNvCxnSpPr>
          <p:nvPr/>
        </p:nvCxnSpPr>
        <p:spPr>
          <a:xfrm flipV="1">
            <a:off x="11861543" y="1898365"/>
            <a:ext cx="0" cy="984854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AEA3B72-4479-403B-9295-B5D47F463F35}"/>
              </a:ext>
            </a:extLst>
          </p:cNvPr>
          <p:cNvCxnSpPr>
            <a:cxnSpLocks/>
          </p:cNvCxnSpPr>
          <p:nvPr/>
        </p:nvCxnSpPr>
        <p:spPr>
          <a:xfrm>
            <a:off x="13227298" y="2707960"/>
            <a:ext cx="1184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4B42CE4-C187-4122-BED5-5FF5EF0A2057}"/>
              </a:ext>
            </a:extLst>
          </p:cNvPr>
          <p:cNvCxnSpPr>
            <a:cxnSpLocks/>
          </p:cNvCxnSpPr>
          <p:nvPr/>
        </p:nvCxnSpPr>
        <p:spPr>
          <a:xfrm flipV="1">
            <a:off x="8969133" y="1441451"/>
            <a:ext cx="0" cy="11175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D5D98D8-74FF-4887-8E7D-68DCF8FF542A}"/>
              </a:ext>
            </a:extLst>
          </p:cNvPr>
          <p:cNvCxnSpPr>
            <a:cxnSpLocks/>
          </p:cNvCxnSpPr>
          <p:nvPr/>
        </p:nvCxnSpPr>
        <p:spPr>
          <a:xfrm flipH="1" flipV="1">
            <a:off x="8969133" y="1436688"/>
            <a:ext cx="3902584" cy="4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DE95250-2F2D-4357-AC26-B81B0C98E2ED}"/>
              </a:ext>
            </a:extLst>
          </p:cNvPr>
          <p:cNvCxnSpPr>
            <a:cxnSpLocks/>
          </p:cNvCxnSpPr>
          <p:nvPr/>
        </p:nvCxnSpPr>
        <p:spPr>
          <a:xfrm flipV="1">
            <a:off x="12866955" y="1436688"/>
            <a:ext cx="0" cy="427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5C2CD61-E44C-48F7-862B-C1E7355E5F9B}"/>
              </a:ext>
            </a:extLst>
          </p:cNvPr>
          <p:cNvSpPr/>
          <p:nvPr/>
        </p:nvSpPr>
        <p:spPr>
          <a:xfrm>
            <a:off x="13632960" y="2371998"/>
            <a:ext cx="1808388" cy="10356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CSP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2C210E0-C259-4D04-BA08-74CF8BA55C11}"/>
              </a:ext>
            </a:extLst>
          </p:cNvPr>
          <p:cNvCxnSpPr>
            <a:cxnSpLocks/>
          </p:cNvCxnSpPr>
          <p:nvPr/>
        </p:nvCxnSpPr>
        <p:spPr>
          <a:xfrm flipH="1" flipV="1">
            <a:off x="15049377" y="1928162"/>
            <a:ext cx="363096" cy="441454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491FF7A-0D55-4FB5-ADC1-36D6889EE392}"/>
              </a:ext>
            </a:extLst>
          </p:cNvPr>
          <p:cNvCxnSpPr>
            <a:cxnSpLocks/>
          </p:cNvCxnSpPr>
          <p:nvPr/>
        </p:nvCxnSpPr>
        <p:spPr>
          <a:xfrm flipV="1">
            <a:off x="13388341" y="1928163"/>
            <a:ext cx="1661036" cy="1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E506B61-5FB6-4672-901B-4E1FDDAE9284}"/>
              </a:ext>
            </a:extLst>
          </p:cNvPr>
          <p:cNvCxnSpPr>
            <a:cxnSpLocks/>
          </p:cNvCxnSpPr>
          <p:nvPr/>
        </p:nvCxnSpPr>
        <p:spPr>
          <a:xfrm flipH="1" flipV="1">
            <a:off x="13388342" y="1928163"/>
            <a:ext cx="252855" cy="468869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0071492-9F93-468A-A800-DFE0572A9C7A}"/>
              </a:ext>
            </a:extLst>
          </p:cNvPr>
          <p:cNvCxnSpPr>
            <a:cxnSpLocks/>
          </p:cNvCxnSpPr>
          <p:nvPr/>
        </p:nvCxnSpPr>
        <p:spPr>
          <a:xfrm flipH="1" flipV="1">
            <a:off x="13390306" y="2877774"/>
            <a:ext cx="238175" cy="529833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6E8734B-5318-460B-95E0-0D6BB6E4BA2B}"/>
              </a:ext>
            </a:extLst>
          </p:cNvPr>
          <p:cNvCxnSpPr>
            <a:cxnSpLocks/>
          </p:cNvCxnSpPr>
          <p:nvPr/>
        </p:nvCxnSpPr>
        <p:spPr>
          <a:xfrm flipV="1">
            <a:off x="13388341" y="1928162"/>
            <a:ext cx="0" cy="984854"/>
          </a:xfrm>
          <a:prstGeom prst="line">
            <a:avLst/>
          </a:prstGeom>
          <a:ln w="2857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3A33426-1BBF-4CC5-A34C-D4292E7BCFD2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14537154" y="3407607"/>
            <a:ext cx="0" cy="7548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EC647A0-4247-4822-A7AD-E143CE0C1FDB}"/>
              </a:ext>
            </a:extLst>
          </p:cNvPr>
          <p:cNvSpPr txBox="1"/>
          <p:nvPr/>
        </p:nvSpPr>
        <p:spPr>
          <a:xfrm>
            <a:off x="14128228" y="4095751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Neck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DD34FAE-897C-4F8D-80A5-56B6A5354922}"/>
              </a:ext>
            </a:extLst>
          </p:cNvPr>
          <p:cNvCxnSpPr>
            <a:cxnSpLocks/>
            <a:endCxn id="65" idx="3"/>
          </p:cNvCxnSpPr>
          <p:nvPr/>
        </p:nvCxnSpPr>
        <p:spPr>
          <a:xfrm flipH="1">
            <a:off x="15441349" y="2889802"/>
            <a:ext cx="2769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335452A3-CC35-43C5-9DB6-0F0B0409CC47}"/>
              </a:ext>
            </a:extLst>
          </p:cNvPr>
          <p:cNvSpPr/>
          <p:nvPr/>
        </p:nvSpPr>
        <p:spPr>
          <a:xfrm>
            <a:off x="16399298" y="2397033"/>
            <a:ext cx="1121135" cy="73805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Detect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BA5DF7B-E190-41BD-AA28-6809464E101A}"/>
              </a:ext>
            </a:extLst>
          </p:cNvPr>
          <p:cNvCxnSpPr>
            <a:cxnSpLocks/>
          </p:cNvCxnSpPr>
          <p:nvPr/>
        </p:nvCxnSpPr>
        <p:spPr>
          <a:xfrm flipH="1" flipV="1">
            <a:off x="17248501" y="2036321"/>
            <a:ext cx="252206" cy="36071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6EF2439-F5B3-45A6-9FE2-CC917C2DE709}"/>
              </a:ext>
            </a:extLst>
          </p:cNvPr>
          <p:cNvCxnSpPr>
            <a:cxnSpLocks/>
          </p:cNvCxnSpPr>
          <p:nvPr/>
        </p:nvCxnSpPr>
        <p:spPr>
          <a:xfrm>
            <a:off x="16190433" y="2036321"/>
            <a:ext cx="1058068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4926F90-B1EC-4A81-A5AD-5AEA8E3BB3EF}"/>
              </a:ext>
            </a:extLst>
          </p:cNvPr>
          <p:cNvCxnSpPr>
            <a:cxnSpLocks/>
          </p:cNvCxnSpPr>
          <p:nvPr/>
        </p:nvCxnSpPr>
        <p:spPr>
          <a:xfrm flipH="1" flipV="1">
            <a:off x="16190434" y="2036322"/>
            <a:ext cx="217101" cy="385745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C232B03-93E2-4D3C-8C8A-364A015CB5F6}"/>
              </a:ext>
            </a:extLst>
          </p:cNvPr>
          <p:cNvCxnSpPr>
            <a:cxnSpLocks/>
          </p:cNvCxnSpPr>
          <p:nvPr/>
        </p:nvCxnSpPr>
        <p:spPr>
          <a:xfrm flipH="1" flipV="1">
            <a:off x="16170554" y="2695776"/>
            <a:ext cx="228745" cy="416432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B1B2D94-F15C-4850-8EBC-285B9F2AA722}"/>
              </a:ext>
            </a:extLst>
          </p:cNvPr>
          <p:cNvCxnSpPr>
            <a:cxnSpLocks/>
          </p:cNvCxnSpPr>
          <p:nvPr/>
        </p:nvCxnSpPr>
        <p:spPr>
          <a:xfrm flipV="1">
            <a:off x="16173728" y="2036322"/>
            <a:ext cx="19880" cy="659455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AC841C2-B9E6-432D-A8FB-CA75447A14C5}"/>
              </a:ext>
            </a:extLst>
          </p:cNvPr>
          <p:cNvCxnSpPr>
            <a:cxnSpLocks/>
            <a:endCxn id="88" idx="3"/>
          </p:cNvCxnSpPr>
          <p:nvPr/>
        </p:nvCxnSpPr>
        <p:spPr>
          <a:xfrm flipH="1">
            <a:off x="14946081" y="4326583"/>
            <a:ext cx="77223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97CAD0E-5F95-4966-AB4D-2B8D9F28C849}"/>
              </a:ext>
            </a:extLst>
          </p:cNvPr>
          <p:cNvCxnSpPr>
            <a:cxnSpLocks/>
          </p:cNvCxnSpPr>
          <p:nvPr/>
        </p:nvCxnSpPr>
        <p:spPr>
          <a:xfrm flipH="1">
            <a:off x="15713742" y="2695776"/>
            <a:ext cx="2289" cy="1630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BD87F24D-1460-421F-81D8-2BEC67CA6BB0}"/>
              </a:ext>
            </a:extLst>
          </p:cNvPr>
          <p:cNvCxnSpPr>
            <a:cxnSpLocks/>
          </p:cNvCxnSpPr>
          <p:nvPr/>
        </p:nvCxnSpPr>
        <p:spPr>
          <a:xfrm flipV="1">
            <a:off x="15704216" y="2700538"/>
            <a:ext cx="454524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E290382-01D3-4549-A9D8-38A62239F3F1}"/>
              </a:ext>
            </a:extLst>
          </p:cNvPr>
          <p:cNvCxnSpPr>
            <a:cxnSpLocks/>
            <a:stCxn id="93" idx="2"/>
          </p:cNvCxnSpPr>
          <p:nvPr/>
        </p:nvCxnSpPr>
        <p:spPr>
          <a:xfrm>
            <a:off x="16959865" y="3135090"/>
            <a:ext cx="0" cy="5878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E68522C-67F2-4BA1-A06F-C7D5AF63CA45}"/>
              </a:ext>
            </a:extLst>
          </p:cNvPr>
          <p:cNvCxnSpPr>
            <a:cxnSpLocks/>
          </p:cNvCxnSpPr>
          <p:nvPr/>
        </p:nvCxnSpPr>
        <p:spPr>
          <a:xfrm flipH="1">
            <a:off x="16568416" y="3415226"/>
            <a:ext cx="781796" cy="42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D8AAA79-E6B1-4500-8A40-557F72F00DF2}"/>
              </a:ext>
            </a:extLst>
          </p:cNvPr>
          <p:cNvCxnSpPr>
            <a:cxnSpLocks/>
          </p:cNvCxnSpPr>
          <p:nvPr/>
        </p:nvCxnSpPr>
        <p:spPr>
          <a:xfrm>
            <a:off x="16576036" y="3421380"/>
            <a:ext cx="0" cy="3015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83773BC-49B8-4E84-99D0-01F4BD66AFD3}"/>
              </a:ext>
            </a:extLst>
          </p:cNvPr>
          <p:cNvCxnSpPr>
            <a:cxnSpLocks/>
          </p:cNvCxnSpPr>
          <p:nvPr/>
        </p:nvCxnSpPr>
        <p:spPr>
          <a:xfrm>
            <a:off x="17350212" y="3415226"/>
            <a:ext cx="0" cy="3015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4A2B44AE-0490-469A-B5B4-CBB68B2F13AC}"/>
              </a:ext>
            </a:extLst>
          </p:cNvPr>
          <p:cNvSpPr txBox="1"/>
          <p:nvPr/>
        </p:nvSpPr>
        <p:spPr>
          <a:xfrm rot="16200000">
            <a:off x="16286942" y="3820950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Car</a:t>
            </a:r>
            <a:endParaRPr lang="en-US" sz="2400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D77F4BA-BAAF-4230-B526-C926BDFADB7E}"/>
              </a:ext>
            </a:extLst>
          </p:cNvPr>
          <p:cNvSpPr txBox="1"/>
          <p:nvPr/>
        </p:nvSpPr>
        <p:spPr>
          <a:xfrm rot="16200000">
            <a:off x="16635264" y="3859061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Dog</a:t>
            </a:r>
            <a:endParaRPr lang="en-US" sz="24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52EAAE1-7A18-40D4-9BB0-0E7EB8F71492}"/>
              </a:ext>
            </a:extLst>
          </p:cNvPr>
          <p:cNvSpPr txBox="1"/>
          <p:nvPr/>
        </p:nvSpPr>
        <p:spPr>
          <a:xfrm rot="16200000">
            <a:off x="16863779" y="3973302"/>
            <a:ext cx="913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Person</a:t>
            </a:r>
            <a:endParaRPr lang="en-US" sz="2400" b="1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75DBC40-0FC4-4BFC-8A90-200D531B7BE9}"/>
              </a:ext>
            </a:extLst>
          </p:cNvPr>
          <p:cNvSpPr/>
          <p:nvPr/>
        </p:nvSpPr>
        <p:spPr>
          <a:xfrm>
            <a:off x="693451" y="2066572"/>
            <a:ext cx="1020113" cy="9848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760C6CF-01EC-4A98-9C70-74E6C8C16CEA}"/>
              </a:ext>
            </a:extLst>
          </p:cNvPr>
          <p:cNvSpPr/>
          <p:nvPr/>
        </p:nvSpPr>
        <p:spPr>
          <a:xfrm>
            <a:off x="845851" y="2218972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F0DC798-1CE0-47DF-B9CC-04C846840ABA}"/>
              </a:ext>
            </a:extLst>
          </p:cNvPr>
          <p:cNvSpPr/>
          <p:nvPr/>
        </p:nvSpPr>
        <p:spPr>
          <a:xfrm>
            <a:off x="998251" y="2371372"/>
            <a:ext cx="1020113" cy="98484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91F4D8E-6AFE-4751-B0DF-A69C17772BEC}"/>
              </a:ext>
            </a:extLst>
          </p:cNvPr>
          <p:cNvSpPr/>
          <p:nvPr/>
        </p:nvSpPr>
        <p:spPr>
          <a:xfrm>
            <a:off x="1150651" y="2523772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05DF8FE-EDF4-401A-A6E1-A1076DA37427}"/>
              </a:ext>
            </a:extLst>
          </p:cNvPr>
          <p:cNvSpPr/>
          <p:nvPr/>
        </p:nvSpPr>
        <p:spPr>
          <a:xfrm>
            <a:off x="1288618" y="2686850"/>
            <a:ext cx="1020113" cy="98484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CAA9B65-E735-44A0-B517-D7AEFC8DD451}"/>
              </a:ext>
            </a:extLst>
          </p:cNvPr>
          <p:cNvSpPr/>
          <p:nvPr/>
        </p:nvSpPr>
        <p:spPr>
          <a:xfrm>
            <a:off x="1441018" y="2839250"/>
            <a:ext cx="1020113" cy="984849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76730E18-E59E-44F5-B84D-B168B8F933D9}"/>
              </a:ext>
            </a:extLst>
          </p:cNvPr>
          <p:cNvCxnSpPr/>
          <p:nvPr/>
        </p:nvCxnSpPr>
        <p:spPr>
          <a:xfrm>
            <a:off x="2221854" y="2541707"/>
            <a:ext cx="12944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02F2CEA-2DF2-4A90-84AF-81842647834E}"/>
              </a:ext>
            </a:extLst>
          </p:cNvPr>
          <p:cNvSpPr/>
          <p:nvPr/>
        </p:nvSpPr>
        <p:spPr>
          <a:xfrm>
            <a:off x="3548429" y="1438150"/>
            <a:ext cx="1760091" cy="2700756"/>
          </a:xfrm>
          <a:prstGeom prst="rect">
            <a:avLst/>
          </a:prstGeom>
          <a:solidFill>
            <a:srgbClr val="DAE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AF04523F-9CF2-4669-9E62-6FE6DBB4ACD4}"/>
              </a:ext>
            </a:extLst>
          </p:cNvPr>
          <p:cNvSpPr/>
          <p:nvPr/>
        </p:nvSpPr>
        <p:spPr>
          <a:xfrm>
            <a:off x="3621451" y="1579854"/>
            <a:ext cx="1627107" cy="339794"/>
          </a:xfrm>
          <a:prstGeom prst="rect">
            <a:avLst/>
          </a:prstGeom>
          <a:solidFill>
            <a:srgbClr val="D9DC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Flipping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4FD7C35-9D2D-4E12-B45F-D088E8F56F3A}"/>
              </a:ext>
            </a:extLst>
          </p:cNvPr>
          <p:cNvSpPr/>
          <p:nvPr/>
        </p:nvSpPr>
        <p:spPr>
          <a:xfrm>
            <a:off x="3621452" y="2013970"/>
            <a:ext cx="1627107" cy="408402"/>
          </a:xfrm>
          <a:prstGeom prst="rect">
            <a:avLst/>
          </a:prstGeom>
          <a:solidFill>
            <a:srgbClr val="CF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Rotation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76664585-C9D5-4246-85FE-F0008B6F9B7A}"/>
              </a:ext>
            </a:extLst>
          </p:cNvPr>
          <p:cNvSpPr/>
          <p:nvPr/>
        </p:nvSpPr>
        <p:spPr>
          <a:xfrm>
            <a:off x="3621450" y="2502146"/>
            <a:ext cx="1627107" cy="408402"/>
          </a:xfrm>
          <a:prstGeom prst="rect">
            <a:avLst/>
          </a:prstGeom>
          <a:solidFill>
            <a:srgbClr val="F6E6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Cropping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981FF17-C8BE-412B-B2C8-4C4DDBA13695}"/>
              </a:ext>
            </a:extLst>
          </p:cNvPr>
          <p:cNvSpPr/>
          <p:nvPr/>
        </p:nvSpPr>
        <p:spPr>
          <a:xfrm>
            <a:off x="3621449" y="2998193"/>
            <a:ext cx="1627108" cy="419495"/>
          </a:xfrm>
          <a:prstGeom prst="rect">
            <a:avLst/>
          </a:prstGeom>
          <a:solidFill>
            <a:srgbClr val="FBE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Scaling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3EB4C80-E421-4902-8805-09DCAD1372F4}"/>
              </a:ext>
            </a:extLst>
          </p:cNvPr>
          <p:cNvSpPr/>
          <p:nvPr/>
        </p:nvSpPr>
        <p:spPr>
          <a:xfrm>
            <a:off x="3614920" y="3515580"/>
            <a:ext cx="1627107" cy="466836"/>
          </a:xfrm>
          <a:prstGeom prst="rect">
            <a:avLst/>
          </a:prstGeom>
          <a:solidFill>
            <a:srgbClr val="CEC5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Translation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898D9DE-E314-419D-9098-C9014586D5BC}"/>
              </a:ext>
            </a:extLst>
          </p:cNvPr>
          <p:cNvCxnSpPr>
            <a:cxnSpLocks/>
          </p:cNvCxnSpPr>
          <p:nvPr/>
        </p:nvCxnSpPr>
        <p:spPr>
          <a:xfrm flipV="1">
            <a:off x="5308520" y="2523772"/>
            <a:ext cx="260430" cy="54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2D84D24-8F58-4F46-B616-5FA552C55C73}"/>
              </a:ext>
            </a:extLst>
          </p:cNvPr>
          <p:cNvSpPr/>
          <p:nvPr/>
        </p:nvSpPr>
        <p:spPr>
          <a:xfrm>
            <a:off x="845851" y="2218972"/>
            <a:ext cx="1020113" cy="9848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BC95689-4BAB-4D01-98CE-A941C9190864}"/>
              </a:ext>
            </a:extLst>
          </p:cNvPr>
          <p:cNvSpPr/>
          <p:nvPr/>
        </p:nvSpPr>
        <p:spPr>
          <a:xfrm>
            <a:off x="998251" y="2371372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63850CC0-80F0-4C32-993B-B8E7BCA2F951}"/>
              </a:ext>
            </a:extLst>
          </p:cNvPr>
          <p:cNvSpPr/>
          <p:nvPr/>
        </p:nvSpPr>
        <p:spPr>
          <a:xfrm>
            <a:off x="1150651" y="2523772"/>
            <a:ext cx="1020113" cy="98484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F2F66DA-C1E7-4604-925E-CDA5979741AC}"/>
              </a:ext>
            </a:extLst>
          </p:cNvPr>
          <p:cNvSpPr/>
          <p:nvPr/>
        </p:nvSpPr>
        <p:spPr>
          <a:xfrm>
            <a:off x="1303051" y="2676172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001941F-F7C8-4381-88D1-4AA4B4255324}"/>
              </a:ext>
            </a:extLst>
          </p:cNvPr>
          <p:cNvSpPr/>
          <p:nvPr/>
        </p:nvSpPr>
        <p:spPr>
          <a:xfrm>
            <a:off x="1441018" y="2839250"/>
            <a:ext cx="1020113" cy="98484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0E480EC-5CEB-4DED-B208-E2A86C020B0A}"/>
              </a:ext>
            </a:extLst>
          </p:cNvPr>
          <p:cNvSpPr/>
          <p:nvPr/>
        </p:nvSpPr>
        <p:spPr>
          <a:xfrm>
            <a:off x="1593418" y="2991650"/>
            <a:ext cx="1020113" cy="984849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CD386BD-72BE-4FFB-9EE9-15730196ABFF}"/>
              </a:ext>
            </a:extLst>
          </p:cNvPr>
          <p:cNvSpPr/>
          <p:nvPr/>
        </p:nvSpPr>
        <p:spPr>
          <a:xfrm>
            <a:off x="5826267" y="1874810"/>
            <a:ext cx="1020113" cy="9848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9092081-7AC9-47CE-89EF-962FC15CDB92}"/>
              </a:ext>
            </a:extLst>
          </p:cNvPr>
          <p:cNvSpPr/>
          <p:nvPr/>
        </p:nvSpPr>
        <p:spPr>
          <a:xfrm>
            <a:off x="5978667" y="2027210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E6688AE-DE6E-4103-9667-0A066EFA2FD1}"/>
              </a:ext>
            </a:extLst>
          </p:cNvPr>
          <p:cNvSpPr/>
          <p:nvPr/>
        </p:nvSpPr>
        <p:spPr>
          <a:xfrm>
            <a:off x="6131067" y="2179610"/>
            <a:ext cx="1020113" cy="98484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6E4EB53-2F99-4BE7-A8F3-B84317F4B80E}"/>
              </a:ext>
            </a:extLst>
          </p:cNvPr>
          <p:cNvSpPr/>
          <p:nvPr/>
        </p:nvSpPr>
        <p:spPr>
          <a:xfrm>
            <a:off x="6283467" y="2332010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2A8A401-247D-43B2-B9BE-D6C3C63BC2E6}"/>
              </a:ext>
            </a:extLst>
          </p:cNvPr>
          <p:cNvSpPr/>
          <p:nvPr/>
        </p:nvSpPr>
        <p:spPr>
          <a:xfrm>
            <a:off x="6421434" y="2495088"/>
            <a:ext cx="1020113" cy="984849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C7AF422-24CD-4F17-9F45-0FD5B077DC51}"/>
              </a:ext>
            </a:extLst>
          </p:cNvPr>
          <p:cNvSpPr/>
          <p:nvPr/>
        </p:nvSpPr>
        <p:spPr>
          <a:xfrm>
            <a:off x="6573834" y="2647488"/>
            <a:ext cx="1020113" cy="984849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E39CF08-2333-4888-920B-43711EE8DD11}"/>
              </a:ext>
            </a:extLst>
          </p:cNvPr>
          <p:cNvSpPr/>
          <p:nvPr/>
        </p:nvSpPr>
        <p:spPr>
          <a:xfrm>
            <a:off x="6693439" y="2801915"/>
            <a:ext cx="1020113" cy="98484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E94519E-D711-41C7-A7B5-18F7184490AA}"/>
              </a:ext>
            </a:extLst>
          </p:cNvPr>
          <p:cNvSpPr/>
          <p:nvPr/>
        </p:nvSpPr>
        <p:spPr>
          <a:xfrm>
            <a:off x="6845839" y="2954315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0643101-660C-445E-B86E-7ABB77E85C43}"/>
              </a:ext>
            </a:extLst>
          </p:cNvPr>
          <p:cNvSpPr/>
          <p:nvPr/>
        </p:nvSpPr>
        <p:spPr>
          <a:xfrm>
            <a:off x="6998239" y="3106715"/>
            <a:ext cx="1020113" cy="98484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C9C4A342-439A-4AE1-A037-D07E70034D47}"/>
              </a:ext>
            </a:extLst>
          </p:cNvPr>
          <p:cNvSpPr/>
          <p:nvPr/>
        </p:nvSpPr>
        <p:spPr>
          <a:xfrm>
            <a:off x="7150639" y="3259115"/>
            <a:ext cx="1020113" cy="98484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161FD24-00EC-4650-A29B-DD0030C6A59C}"/>
              </a:ext>
            </a:extLst>
          </p:cNvPr>
          <p:cNvSpPr txBox="1"/>
          <p:nvPr/>
        </p:nvSpPr>
        <p:spPr>
          <a:xfrm>
            <a:off x="6012507" y="279655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Input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493791F-A40F-481B-9DBA-8B02A66045E8}"/>
              </a:ext>
            </a:extLst>
          </p:cNvPr>
          <p:cNvSpPr txBox="1"/>
          <p:nvPr/>
        </p:nvSpPr>
        <p:spPr>
          <a:xfrm>
            <a:off x="3420408" y="888840"/>
            <a:ext cx="2016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Augmentation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A430FBC-677C-4058-AFB8-409CB845566A}"/>
              </a:ext>
            </a:extLst>
          </p:cNvPr>
          <p:cNvSpPr txBox="1"/>
          <p:nvPr/>
        </p:nvSpPr>
        <p:spPr>
          <a:xfrm>
            <a:off x="10431827" y="277263"/>
            <a:ext cx="1436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Backbone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8F774F2-913C-49ED-9D93-C2F66DBE1EE0}"/>
              </a:ext>
            </a:extLst>
          </p:cNvPr>
          <p:cNvSpPr txBox="1"/>
          <p:nvPr/>
        </p:nvSpPr>
        <p:spPr>
          <a:xfrm>
            <a:off x="13951444" y="277263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Neck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DC81484-656D-4A4F-92C3-7ED2DE1EC9D9}"/>
              </a:ext>
            </a:extLst>
          </p:cNvPr>
          <p:cNvSpPr txBox="1"/>
          <p:nvPr/>
        </p:nvSpPr>
        <p:spPr>
          <a:xfrm>
            <a:off x="16331639" y="277262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Head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DA1F891-EF4A-4255-BD73-C4ECD4DCA2CF}"/>
              </a:ext>
            </a:extLst>
          </p:cNvPr>
          <p:cNvSpPr txBox="1"/>
          <p:nvPr/>
        </p:nvSpPr>
        <p:spPr>
          <a:xfrm>
            <a:off x="2018364" y="277261"/>
            <a:ext cx="2054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Pre-Processing</a:t>
            </a:r>
          </a:p>
        </p:txBody>
      </p:sp>
    </p:spTree>
    <p:extLst>
      <p:ext uri="{BB962C8B-B14F-4D97-AF65-F5344CB8AC3E}">
        <p14:creationId xmlns:p14="http://schemas.microsoft.com/office/powerpoint/2010/main" val="277151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20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Asad Afridi</dc:creator>
  <cp:lastModifiedBy>Asad Afridi</cp:lastModifiedBy>
  <cp:revision>2</cp:revision>
  <dcterms:created xsi:type="dcterms:W3CDTF">2025-08-14T07:18:41Z</dcterms:created>
  <dcterms:modified xsi:type="dcterms:W3CDTF">2025-08-14T08:41:14Z</dcterms:modified>
</cp:coreProperties>
</file>