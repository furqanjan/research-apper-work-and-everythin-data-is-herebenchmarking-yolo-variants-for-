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7460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595" y="-91"/>
      </p:cViewPr>
      <p:guideLst>
        <p:guide orient="horz" pos="2160"/>
        <p:guide pos="40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5953" y="2130426"/>
            <a:ext cx="1083413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1906" y="3886200"/>
            <a:ext cx="892222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83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85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849" y="4406901"/>
            <a:ext cx="1083413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6849" y="2906713"/>
            <a:ext cx="1083413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62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7302" y="1600201"/>
            <a:ext cx="5629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9236" y="1600201"/>
            <a:ext cx="5629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50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302" y="1535113"/>
            <a:ext cx="56317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302" y="2174875"/>
            <a:ext cx="56317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4811" y="1535113"/>
            <a:ext cx="563392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4811" y="2174875"/>
            <a:ext cx="563392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555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28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80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302" y="273050"/>
            <a:ext cx="419335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3347" y="273051"/>
            <a:ext cx="712538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7302" y="1435101"/>
            <a:ext cx="419335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79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8313" y="4800600"/>
            <a:ext cx="764762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98313" y="612775"/>
            <a:ext cx="764762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98313" y="5367338"/>
            <a:ext cx="764762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08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0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0877" y="274639"/>
            <a:ext cx="2867859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7302" y="274639"/>
            <a:ext cx="8391142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63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7302" y="274638"/>
            <a:ext cx="1147143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302" y="1600201"/>
            <a:ext cx="1147143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7302" y="6356351"/>
            <a:ext cx="29740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5EB2D-738A-4457-A5FA-9FA21D7A699D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4897" y="6356351"/>
            <a:ext cx="40362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34660" y="6356351"/>
            <a:ext cx="29740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CDB13-15E5-422A-86F0-B33FE2DF4A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24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63" y="2204864"/>
            <a:ext cx="3807413" cy="230425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1204"/>
              </p:ext>
            </p:extLst>
          </p:nvPr>
        </p:nvGraphicFramePr>
        <p:xfrm>
          <a:off x="468363" y="2229410"/>
          <a:ext cx="3807414" cy="2423726"/>
        </p:xfrm>
        <a:graphic>
          <a:graphicData uri="http://schemas.openxmlformats.org/drawingml/2006/table">
            <a:tbl>
              <a:tblPr/>
              <a:tblGrid>
                <a:gridCol w="705571"/>
                <a:gridCol w="930643"/>
                <a:gridCol w="942276"/>
                <a:gridCol w="756148"/>
                <a:gridCol w="472776"/>
              </a:tblGrid>
              <a:tr h="58674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71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508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00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298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891" y="404664"/>
            <a:ext cx="3599691" cy="2582416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711164"/>
              </p:ext>
            </p:extLst>
          </p:nvPr>
        </p:nvGraphicFramePr>
        <p:xfrm>
          <a:off x="6176254" y="1338335"/>
          <a:ext cx="1023836" cy="737119"/>
        </p:xfrm>
        <a:graphic>
          <a:graphicData uri="http://schemas.openxmlformats.org/drawingml/2006/table">
            <a:tbl>
              <a:tblPr/>
              <a:tblGrid>
                <a:gridCol w="1023836"/>
              </a:tblGrid>
              <a:tr h="73711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457546"/>
              </p:ext>
            </p:extLst>
          </p:nvPr>
        </p:nvGraphicFramePr>
        <p:xfrm>
          <a:off x="5568605" y="1347666"/>
          <a:ext cx="799092" cy="653143"/>
        </p:xfrm>
        <a:graphic>
          <a:graphicData uri="http://schemas.openxmlformats.org/drawingml/2006/table">
            <a:tbl>
              <a:tblPr/>
              <a:tblGrid>
                <a:gridCol w="799092"/>
              </a:tblGrid>
              <a:tr h="65314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280422"/>
              </p:ext>
            </p:extLst>
          </p:nvPr>
        </p:nvGraphicFramePr>
        <p:xfrm>
          <a:off x="7769247" y="1319673"/>
          <a:ext cx="861521" cy="793102"/>
        </p:xfrm>
        <a:graphic>
          <a:graphicData uri="http://schemas.openxmlformats.org/drawingml/2006/table">
            <a:tbl>
              <a:tblPr/>
              <a:tblGrid>
                <a:gridCol w="861521"/>
              </a:tblGrid>
              <a:tr h="79310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242377"/>
              </p:ext>
            </p:extLst>
          </p:nvPr>
        </p:nvGraphicFramePr>
        <p:xfrm>
          <a:off x="6892631" y="1412980"/>
          <a:ext cx="736662" cy="531845"/>
        </p:xfrm>
        <a:graphic>
          <a:graphicData uri="http://schemas.openxmlformats.org/drawingml/2006/table">
            <a:tbl>
              <a:tblPr/>
              <a:tblGrid>
                <a:gridCol w="736662"/>
              </a:tblGrid>
              <a:tr h="53184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27460" marR="12746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339" y="3128505"/>
            <a:ext cx="3149931" cy="2604751"/>
          </a:xfrm>
          <a:prstGeom prst="rect">
            <a:avLst/>
          </a:prstGeom>
        </p:spPr>
      </p:pic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003174"/>
              </p:ext>
            </p:extLst>
          </p:nvPr>
        </p:nvGraphicFramePr>
        <p:xfrm>
          <a:off x="10310327" y="4105469"/>
          <a:ext cx="522514" cy="709127"/>
        </p:xfrm>
        <a:graphic>
          <a:graphicData uri="http://schemas.openxmlformats.org/drawingml/2006/table">
            <a:tbl>
              <a:tblPr/>
              <a:tblGrid>
                <a:gridCol w="522514"/>
              </a:tblGrid>
              <a:tr h="70912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666039"/>
              </p:ext>
            </p:extLst>
          </p:nvPr>
        </p:nvGraphicFramePr>
        <p:xfrm>
          <a:off x="11523306" y="4040155"/>
          <a:ext cx="671804" cy="961053"/>
        </p:xfrm>
        <a:graphic>
          <a:graphicData uri="http://schemas.openxmlformats.org/drawingml/2006/table">
            <a:tbl>
              <a:tblPr/>
              <a:tblGrid>
                <a:gridCol w="671804"/>
              </a:tblGrid>
              <a:tr h="96105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890216"/>
              </p:ext>
            </p:extLst>
          </p:nvPr>
        </p:nvGraphicFramePr>
        <p:xfrm>
          <a:off x="9685176" y="4208106"/>
          <a:ext cx="475861" cy="531845"/>
        </p:xfrm>
        <a:graphic>
          <a:graphicData uri="http://schemas.openxmlformats.org/drawingml/2006/table">
            <a:tbl>
              <a:tblPr/>
              <a:tblGrid>
                <a:gridCol w="475861"/>
              </a:tblGrid>
              <a:tr h="53184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10580914" y="4086808"/>
          <a:ext cx="690466" cy="475861"/>
        </p:xfrm>
        <a:graphic>
          <a:graphicData uri="http://schemas.openxmlformats.org/drawingml/2006/table">
            <a:tbl>
              <a:tblPr/>
              <a:tblGrid>
                <a:gridCol w="690466"/>
              </a:tblGrid>
              <a:tr h="47586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FURQII JAN</dc:creator>
  <cp:lastModifiedBy>FURQII JAN</cp:lastModifiedBy>
  <cp:revision>4</cp:revision>
  <dcterms:created xsi:type="dcterms:W3CDTF">2025-05-17T14:09:15Z</dcterms:created>
  <dcterms:modified xsi:type="dcterms:W3CDTF">2025-05-17T14:42:32Z</dcterms:modified>
</cp:coreProperties>
</file>